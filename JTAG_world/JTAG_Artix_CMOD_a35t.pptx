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59" r:id="rId6"/>
    <p:sldId id="260" r:id="rId7"/>
    <p:sldId id="261" r:id="rId8"/>
    <p:sldId id="257" r:id="rId9"/>
    <p:sldId id="258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3878-EAFF-A087-7C3A-000FD1DA0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84FD1-6C63-8BC9-A484-23E505C2D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FEEF6-1C27-D2DA-AC82-110ABA9A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07D8B-8438-A31F-58C4-FB6BD9F8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6336-15D9-0DC8-678C-04703C6A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666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72AB-3EF3-098A-34B9-82958953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CB62-D23A-F918-0763-20A162E86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46F0-3EDD-9E31-73B9-3B60B450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FD317-AAAD-734D-9AAA-7D51083A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2871B-3F6E-3023-58B4-887DB709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372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EAE4-AEE0-562F-8F8F-F1E7BF3E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FDCD7-F37A-867B-B134-F1C8AB4C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10E06-8A0B-3836-0C41-7110FBAE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4D010-F92D-59E5-6EEE-348B8E2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C6EDD-4E22-DDA9-AFF9-B865A093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764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9C5B-78EB-DEEA-3C82-CC44D288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2E7D-E20C-5DE8-9095-670B943A3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60BB1-8D14-C662-5762-2742175E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6C746-A1FC-E252-44D7-BF748456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CDFE0-5086-5C97-1976-17DDD9AA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297A9-FFA8-E75D-04C9-6A33854A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582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2611-2F65-FFB9-20B4-F7FCE73A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62AD9-EF45-126C-9109-9CA9A07FD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2B0F0-01EC-D587-3FF1-EBB2969A3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D4E5B-3FD9-EB2E-D8AE-9762B7567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2BE6F-189E-D0F7-36CC-B17FFA4B2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0FE7B6-7E9A-78A4-1955-AA433A10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D79A3-1745-8B52-29B9-59A48B11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B520B-D65D-E058-00B6-3577A849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748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4FD9-96B9-F4C8-2649-A81EB934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27F99-010A-5CCE-72B5-38A35EF8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3BB0B-12E9-5AB3-605D-1D692122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4E7D0-E7F6-A07C-5213-259E3AE8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96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A89E5-A375-1EDE-2DBC-F9EB8E0B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454CF-84B9-1CAA-9409-1E5992FDD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DE609-ECFF-1E7B-2035-FBFFF3E7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831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E215-ED85-E65C-240C-040194C1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DBB54-93EB-F278-462D-08CC3DBF1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461F6-C79F-25E8-3742-C24161A3B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50E2E-0F79-DD7E-287B-3FC324E1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86CE6-1A0D-E8B6-5291-2D56C40D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38A3F-B153-0C7F-5160-39B1DA6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441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F882-329D-0924-F995-9633F68C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966DB-0531-DA42-E431-B3C04ADC5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A3628-B068-F0BC-823C-260C4D13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86FC3-E3B8-59B0-48D9-ECF35D5C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BC8ED-794E-6063-35FC-075D0132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9FA1A-3825-C600-83EA-D6DACC66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CFD2-63F1-55D8-2221-DA83F12A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AB5C2-B21C-7C53-9273-708B1F512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5BA8-B4AA-7C7D-281B-AFA7A73C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5E6F-4403-A375-8794-655D9148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BC38-9A65-5D75-1FC0-1ECD6B40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86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5597F-4FC9-EBFC-B861-BA0A7068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EA08E-548F-0CF2-EEC4-C7D9BAC49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013F5-5FCF-9F4E-5F9F-831D72AE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17EF0-26AA-4121-2FF2-6E1C4DCC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EC36D-2A96-FB7F-C053-1A70234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417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E6B26-E626-FC30-9543-8D1A71C4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DFA5-E5E8-23BD-AACD-F1A2B0040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F218E-164E-3C0A-C425-ADC2A23AD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C5A3A-753D-409E-8ABA-DBBD14BC49B3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CCF-0D04-689A-4914-8B5CA819A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337A6-90C3-63F6-E503-7AD7E37CC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AB457-9E25-4B67-AC6B-611EDBA8AB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00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C79B-070D-BB44-AD54-1931960DC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JTAG </a:t>
            </a:r>
            <a:r>
              <a:rPr lang="it-IT" dirty="0" err="1"/>
              <a:t>Artix</a:t>
            </a:r>
            <a:r>
              <a:rPr lang="it-IT" dirty="0"/>
              <a:t> CMOD a35t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BE936-C45D-577F-715C-09568775E8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Con files SVF</a:t>
            </a:r>
          </a:p>
        </p:txBody>
      </p:sp>
    </p:spTree>
    <p:extLst>
      <p:ext uri="{BB962C8B-B14F-4D97-AF65-F5344CB8AC3E}">
        <p14:creationId xmlns:p14="http://schemas.microsoft.com/office/powerpoint/2010/main" val="155848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69CE1-89DB-34F0-1D49-A76C75A7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EC501-3413-19E8-5E44-1677E284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2E3B1-D896-6669-AAC2-60C500FE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007"/>
            <a:ext cx="12192000" cy="637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4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B6DD-2F78-2C68-0795-E92864BE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Boundary</a:t>
            </a:r>
            <a:r>
              <a:rPr lang="it-IT" dirty="0"/>
              <a:t> </a:t>
            </a:r>
            <a:r>
              <a:rPr lang="it-IT" dirty="0" err="1"/>
              <a:t>scan</a:t>
            </a:r>
            <a:r>
              <a:rPr lang="it-IT" dirty="0"/>
              <a:t> con il JTAG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AB71-7A0A-4784-96ED-53C4310D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8E32D-CEC0-A1A1-3BA8-C753BA4D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4835"/>
            <a:ext cx="12192000" cy="296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4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2315-B8D1-1667-3C81-F460A322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ed esecuzione file </a:t>
            </a:r>
            <a:r>
              <a:rPr lang="it-IT" dirty="0" err="1"/>
              <a:t>svf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95A6F-AAC9-E138-584D-67786F1E2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55340-1BB5-3A5E-6C15-2FABD357F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8578"/>
            <a:ext cx="12192000" cy="395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2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89B5-2FE7-A77F-8E0C-39133349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2147-EBB5-0E78-41CB-AB9DB798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l’IDCODE in pancia è giusto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B994-6696-D90E-7688-5B276D7E0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D17A4-6C3B-EE4D-15D8-718D7A2DFE7A}"/>
              </a:ext>
            </a:extLst>
          </p:cNvPr>
          <p:cNvSpPr txBox="1"/>
          <p:nvPr/>
        </p:nvSpPr>
        <p:spPr>
          <a:xfrm>
            <a:off x="4334933" y="3234267"/>
            <a:ext cx="722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Cambio il valore atteso in risposta al comando JTAG «IDCODE» (TDI 09)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9E533-BBC7-535D-6E98-1BB8330F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0786"/>
            <a:ext cx="12192000" cy="65198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15A0D6-391A-15A9-A80D-05EF20D4FF3E}"/>
              </a:ext>
            </a:extLst>
          </p:cNvPr>
          <p:cNvSpPr/>
          <p:nvPr/>
        </p:nvSpPr>
        <p:spPr>
          <a:xfrm>
            <a:off x="3225799" y="3692536"/>
            <a:ext cx="110067" cy="30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BF1816-9197-CAC9-E14B-E72489AB5C49}"/>
              </a:ext>
            </a:extLst>
          </p:cNvPr>
          <p:cNvSpPr txBox="1"/>
          <p:nvPr/>
        </p:nvSpPr>
        <p:spPr>
          <a:xfrm>
            <a:off x="3335866" y="3103489"/>
            <a:ext cx="7269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Controllo il valore atteso in risposta al comando JTAG «IDCODE» (TDI 09)</a:t>
            </a:r>
          </a:p>
        </p:txBody>
      </p:sp>
    </p:spTree>
    <p:extLst>
      <p:ext uri="{BB962C8B-B14F-4D97-AF65-F5344CB8AC3E}">
        <p14:creationId xmlns:p14="http://schemas.microsoft.com/office/powerpoint/2010/main" val="279943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509C6-BD2D-22D9-E9A4-AC1198FB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6AD0-8D72-1BB4-1D99-9F68D961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l’IDCODE in pancia è giusto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D2A7A-2794-475B-DB79-C5CBFBB6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81692-0A36-C123-0153-07538DD7C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825625"/>
            <a:ext cx="12192000" cy="3854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977BD-44CB-07B7-D38B-0131EB81B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15" y="5407025"/>
            <a:ext cx="98964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91C6-BFF8-4201-A400-248724C2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C83B-4579-4000-B795-5AA9BAF3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l’IDCODE in pancia è giusto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49CB83-CF7A-BEC8-9540-8B983040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41" y="4140200"/>
            <a:ext cx="9896475" cy="2171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C3AD8-0A9B-28E3-AFBE-1D5437F9A116}"/>
              </a:ext>
            </a:extLst>
          </p:cNvPr>
          <p:cNvSpPr txBox="1"/>
          <p:nvPr/>
        </p:nvSpPr>
        <p:spPr>
          <a:xfrm>
            <a:off x="486888" y="3244334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…continua da prima…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7925D-9919-20E2-A183-1057840B7913}"/>
              </a:ext>
            </a:extLst>
          </p:cNvPr>
          <p:cNvSpPr txBox="1"/>
          <p:nvPr/>
        </p:nvSpPr>
        <p:spPr>
          <a:xfrm>
            <a:off x="8839888" y="5451681"/>
            <a:ext cx="2639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DEVICE PROGRAMMATO</a:t>
            </a:r>
          </a:p>
        </p:txBody>
      </p:sp>
    </p:spTree>
    <p:extLst>
      <p:ext uri="{BB962C8B-B14F-4D97-AF65-F5344CB8AC3E}">
        <p14:creationId xmlns:p14="http://schemas.microsoft.com/office/powerpoint/2010/main" val="231873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B14F-C784-D0D6-EAB6-9F8F94C2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l’IDCODE in pancia è sballato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3EEA-83FD-F6B2-FEC9-CD1E84BD4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E4F4A-7AA8-1599-7BDD-F55998EA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3" y="1407917"/>
            <a:ext cx="12192000" cy="65768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36B717-0D3E-3552-02E0-F918102D9CFA}"/>
              </a:ext>
            </a:extLst>
          </p:cNvPr>
          <p:cNvSpPr/>
          <p:nvPr/>
        </p:nvSpPr>
        <p:spPr>
          <a:xfrm>
            <a:off x="3928533" y="3657600"/>
            <a:ext cx="110067" cy="30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EC39D-F2DA-95F1-0283-15CF931CE827}"/>
              </a:ext>
            </a:extLst>
          </p:cNvPr>
          <p:cNvSpPr txBox="1"/>
          <p:nvPr/>
        </p:nvSpPr>
        <p:spPr>
          <a:xfrm>
            <a:off x="4334933" y="3234267"/>
            <a:ext cx="722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Cambio il valore atteso in risposta al comando JTAG «IDCODE» (TDI 09)</a:t>
            </a:r>
          </a:p>
        </p:txBody>
      </p:sp>
    </p:spTree>
    <p:extLst>
      <p:ext uri="{BB962C8B-B14F-4D97-AF65-F5344CB8AC3E}">
        <p14:creationId xmlns:p14="http://schemas.microsoft.com/office/powerpoint/2010/main" val="405528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809C-F8E2-DFB2-10B2-0083452A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D93A-1936-901E-A33A-72F81D0D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 l’IDCODE in pancia è sballato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10FA1-81B0-41C2-4F04-88CAE6B6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E8152-23C1-2EF8-E4C9-0B8D3EFB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8376"/>
            <a:ext cx="12192000" cy="394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19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102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JTAG Artix CMOD a35t</vt:lpstr>
      <vt:lpstr>PowerPoint Presentation</vt:lpstr>
      <vt:lpstr>Boundary scan con il JTAG</vt:lpstr>
      <vt:lpstr>Creazione ed esecuzione file svf</vt:lpstr>
      <vt:lpstr>Se l’IDCODE in pancia è giusto</vt:lpstr>
      <vt:lpstr>Se l’IDCODE in pancia è giusto</vt:lpstr>
      <vt:lpstr>Se l’IDCODE in pancia è giusto</vt:lpstr>
      <vt:lpstr>Se l’IDCODE in pancia è sballato</vt:lpstr>
      <vt:lpstr>Se l’IDCODE in pancia è sballato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Balbi</dc:creator>
  <cp:lastModifiedBy>Gabriele Balbi</cp:lastModifiedBy>
  <cp:revision>1</cp:revision>
  <dcterms:created xsi:type="dcterms:W3CDTF">2025-11-20T11:12:44Z</dcterms:created>
  <dcterms:modified xsi:type="dcterms:W3CDTF">2025-11-20T11:39:38Z</dcterms:modified>
</cp:coreProperties>
</file>